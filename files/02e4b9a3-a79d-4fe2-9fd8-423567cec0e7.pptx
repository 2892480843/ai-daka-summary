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image" Target="../media/image3.png"/><Relationship Id="rId7" Type="http://schemas.openxmlformats.org/officeDocument/2006/relationships/tags" Target="../tags/tag66.xml"/><Relationship Id="rId6" Type="http://schemas.openxmlformats.org/officeDocument/2006/relationships/image" Target="../media/image2.png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jpeg"/><Relationship Id="rId2" Type="http://schemas.openxmlformats.org/officeDocument/2006/relationships/tags" Target="../tags/tag63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修图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图形 3" descr="云朵-01"/>
          <p:cNvSpPr/>
          <p:nvPr userDrawn="1">
            <p:custDataLst>
              <p:tags r:id="rId4"/>
            </p:custDataLst>
          </p:nvPr>
        </p:nvSpPr>
        <p:spPr>
          <a:xfrm>
            <a:off x="222250" y="504190"/>
            <a:ext cx="7313930" cy="4992370"/>
          </a:xfrm>
          <a:custGeom>
            <a:avLst/>
            <a:gdLst>
              <a:gd name="csX0" fmla="*/ 4944335 w 4944334"/>
              <a:gd name="csY0" fmla="*/ 1659865 h 3374592"/>
              <a:gd name="csX1" fmla="*/ 4396758 w 4944334"/>
              <a:gd name="csY1" fmla="*/ 2540518 h 3374592"/>
              <a:gd name="csX2" fmla="*/ 3866071 w 4944334"/>
              <a:gd name="csY2" fmla="*/ 3258560 h 3374592"/>
              <a:gd name="csX3" fmla="*/ 2871896 w 4944334"/>
              <a:gd name="csY3" fmla="*/ 3067436 h 3374592"/>
              <a:gd name="csX4" fmla="*/ 1829830 w 4944334"/>
              <a:gd name="csY4" fmla="*/ 3356687 h 3374592"/>
              <a:gd name="csX5" fmla="*/ 874697 w 4944334"/>
              <a:gd name="csY5" fmla="*/ 2624332 h 3374592"/>
              <a:gd name="csX6" fmla="*/ 0 w 4944334"/>
              <a:gd name="csY6" fmla="*/ 1718369 h 3374592"/>
              <a:gd name="csX7" fmla="*/ 942343 w 4944334"/>
              <a:gd name="csY7" fmla="*/ 807590 h 3374592"/>
              <a:gd name="csX8" fmla="*/ 2294170 w 4944334"/>
              <a:gd name="csY8" fmla="*/ 0 h 3374592"/>
              <a:gd name="csX9" fmla="*/ 3590648 w 4944334"/>
              <a:gd name="csY9" fmla="*/ 692329 h 3374592"/>
              <a:gd name="csX10" fmla="*/ 3883050 w 4944334"/>
              <a:gd name="csY10" fmla="*/ 653647 h 3374592"/>
              <a:gd name="csX11" fmla="*/ 4944335 w 4944334"/>
              <a:gd name="csY11" fmla="*/ 1659865 h 3374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944334" h="3374592">
                <a:moveTo>
                  <a:pt x="4944335" y="1659865"/>
                </a:moveTo>
                <a:cubicBezTo>
                  <a:pt x="4944335" y="2038888"/>
                  <a:pt x="4723297" y="2368948"/>
                  <a:pt x="4396758" y="2540518"/>
                </a:cubicBezTo>
                <a:cubicBezTo>
                  <a:pt x="4378570" y="2833263"/>
                  <a:pt x="4180693" y="3118728"/>
                  <a:pt x="3866071" y="3258560"/>
                </a:cubicBezTo>
                <a:cubicBezTo>
                  <a:pt x="3498430" y="3421933"/>
                  <a:pt x="3090021" y="3333796"/>
                  <a:pt x="2871896" y="3067436"/>
                </a:cubicBezTo>
                <a:cubicBezTo>
                  <a:pt x="2620485" y="3302841"/>
                  <a:pt x="2234991" y="3422448"/>
                  <a:pt x="1829830" y="3356687"/>
                </a:cubicBezTo>
                <a:cubicBezTo>
                  <a:pt x="1369007" y="3281877"/>
                  <a:pt x="1008198" y="2987587"/>
                  <a:pt x="874697" y="2624332"/>
                </a:cubicBezTo>
                <a:cubicBezTo>
                  <a:pt x="382560" y="2573331"/>
                  <a:pt x="0" y="2187164"/>
                  <a:pt x="0" y="1718369"/>
                </a:cubicBezTo>
                <a:cubicBezTo>
                  <a:pt x="0" y="1228296"/>
                  <a:pt x="418063" y="828533"/>
                  <a:pt x="942343" y="807590"/>
                </a:cubicBezTo>
                <a:cubicBezTo>
                  <a:pt x="1134441" y="337788"/>
                  <a:pt x="1667121" y="0"/>
                  <a:pt x="2294170" y="0"/>
                </a:cubicBezTo>
                <a:cubicBezTo>
                  <a:pt x="2868648" y="0"/>
                  <a:pt x="3363899" y="283517"/>
                  <a:pt x="3590648" y="692329"/>
                </a:cubicBezTo>
                <a:cubicBezTo>
                  <a:pt x="3683539" y="667131"/>
                  <a:pt x="3781626" y="653647"/>
                  <a:pt x="3883050" y="653647"/>
                </a:cubicBezTo>
                <a:cubicBezTo>
                  <a:pt x="4469176" y="653647"/>
                  <a:pt x="4944335" y="1104143"/>
                  <a:pt x="4944335" y="1659865"/>
                </a:cubicBezTo>
                <a:close/>
              </a:path>
            </a:pathLst>
          </a:custGeom>
          <a:solidFill>
            <a:srgbClr val="FFFFFF"/>
          </a:solidFill>
          <a:ln w="2240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" descr="卡通书包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21120000">
            <a:off x="5475605" y="4391660"/>
            <a:ext cx="1240790" cy="1250315"/>
          </a:xfrm>
          <a:prstGeom prst="rect">
            <a:avLst/>
          </a:prstGeom>
        </p:spPr>
      </p:pic>
      <p:pic>
        <p:nvPicPr>
          <p:cNvPr id="13" name="图片 12" descr="卡通书包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394460" y="720725"/>
            <a:ext cx="837565" cy="8464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872490" y="1397635"/>
            <a:ext cx="6343015" cy="2501900"/>
          </a:xfrm>
        </p:spPr>
        <p:txBody>
          <a:bodyPr wrap="square" anchor="b" anchorCtr="0">
            <a:normAutofit/>
          </a:bodyPr>
          <a:lstStyle>
            <a:lvl1pPr algn="ctr">
              <a:lnSpc>
                <a:spcPct val="100000"/>
              </a:lnSpc>
              <a:defRPr sz="6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1397635" y="3996690"/>
            <a:ext cx="5292090" cy="439420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image" Target="../media/image2.png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image" Target="../media/image4.jpeg"/><Relationship Id="rId2" Type="http://schemas.openxmlformats.org/officeDocument/2006/relationships/tags" Target="../tags/tag72.xml"/><Relationship Id="rId13" Type="http://schemas.openxmlformats.org/officeDocument/2006/relationships/theme" Target="../theme/theme2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生成图片背景图 (5)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8" name="圆角矩形 7"/>
          <p:cNvSpPr/>
          <p:nvPr userDrawn="1">
            <p:custDataLst>
              <p:tags r:id="rId4"/>
            </p:custDataLst>
          </p:nvPr>
        </p:nvSpPr>
        <p:spPr>
          <a:xfrm>
            <a:off x="110490" y="110490"/>
            <a:ext cx="11971020" cy="6661150"/>
          </a:xfrm>
          <a:prstGeom prst="roundRect">
            <a:avLst>
              <a:gd name="adj" fmla="val 4909"/>
            </a:avLst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卡通书包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78260" y="6208395"/>
            <a:ext cx="636270" cy="64135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tags" Target="../tags/tag87.xml"/><Relationship Id="rId5" Type="http://schemas.openxmlformats.org/officeDocument/2006/relationships/image" Target="../media/image6.png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image" Target="../media/image5.png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中国大学分布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/>
              <a:t>——vibe coding</a:t>
            </a:r>
            <a:r>
              <a:rPr lang="zh-CN" altLang="en-US"/>
              <a:t>实践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占位符 3" descr="网站-大学分布图1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rcRect l="4373" r="4373"/>
          <a:stretch>
            <a:fillRect/>
          </a:stretch>
        </p:blipFill>
        <p:spPr>
          <a:xfrm>
            <a:off x="944245" y="2106930"/>
            <a:ext cx="4064635" cy="3579495"/>
          </a:xfr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330" y="608330"/>
            <a:ext cx="5487670" cy="705485"/>
          </a:xfrm>
        </p:spPr>
        <p:txBody>
          <a:bodyPr/>
          <a:p>
            <a:pPr algn="ctr"/>
            <a:r>
              <a:rPr lang="zh-CN" altLang="en-US"/>
              <a:t>初始界面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50635" y="608330"/>
            <a:ext cx="522668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/>
              <a:t>最后界面</a:t>
            </a:r>
            <a:endParaRPr lang="zh-CN" altLang="en-US"/>
          </a:p>
        </p:txBody>
      </p:sp>
      <p:pic>
        <p:nvPicPr>
          <p:cNvPr id="8" name="图片 7" descr="终版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325" y="2106930"/>
            <a:ext cx="5154930" cy="35052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8834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40498834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40498834"/>
  <p:tag name="KSO_WM_TEMPLATE_THUMBS_INDEX" val="1、9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8834_1*a*1"/>
  <p:tag name="KSO_WM_TEMPLATE_CATEGORY" val="custom"/>
  <p:tag name="KSO_WM_TEMPLATE_INDEX" val="40498834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40498834_1*b*1"/>
  <p:tag name="KSO_WM_TEMPLATE_CATEGORY" val="custom"/>
  <p:tag name="KSO_WM_TEMPLATE_INDEX" val="40498834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SLIDE_ID" val="custom4049883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8834"/>
  <p:tag name="KSO_WM_SLIDE_LAYOUT" val="a_b"/>
  <p:tag name="KSO_WM_SLIDE_LAYOUT_CNT" val="1_1"/>
  <p:tag name="KSO_WM_SLIDE_TYPE" val="title"/>
  <p:tag name="KSO_WM_SLIDE_SUBTYPE" val="pureTxt"/>
  <p:tag name="KSO_WM_TEMPLATE_THUMBS_INDEX" val="1、9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学前教育职业规划总结模板">
  <a:themeElements>
    <a:clrScheme name="自定义 508">
      <a:dk1>
        <a:srgbClr val="000000"/>
      </a:dk1>
      <a:lt1>
        <a:srgbClr val="FFFFFF"/>
      </a:lt1>
      <a:dk2>
        <a:srgbClr val="07234C"/>
      </a:dk2>
      <a:lt2>
        <a:srgbClr val="F5F8FE"/>
      </a:lt2>
      <a:accent1>
        <a:srgbClr val="145ED6"/>
      </a:accent1>
      <a:accent2>
        <a:srgbClr val="28BEF8"/>
      </a:accent2>
      <a:accent3>
        <a:srgbClr val="FD8B1A"/>
      </a:accent3>
      <a:accent4>
        <a:srgbClr val="FAC63C"/>
      </a:accent4>
      <a:accent5>
        <a:srgbClr val="FAADCD"/>
      </a:accent5>
      <a:accent6>
        <a:srgbClr val="ADDD6D"/>
      </a:accent6>
      <a:hlink>
        <a:srgbClr val="304FFE"/>
      </a:hlink>
      <a:folHlink>
        <a:srgbClr val="492067"/>
      </a:folHlink>
    </a:clrScheme>
    <a:fontScheme name="自定义 13">
      <a:majorFont>
        <a:latin typeface="Arial"/>
        <a:ea typeface="可可糖分超标-商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WPS 演示</Application>
  <PresentationFormat>宽屏</PresentationFormat>
  <Paragraphs>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可可糖分超标-商</vt:lpstr>
      <vt:lpstr>Segoe Print</vt:lpstr>
      <vt:lpstr>WPS</vt:lpstr>
      <vt:lpstr>学前教育职业规划总结模板</vt:lpstr>
      <vt:lpstr>中国大学分布</vt:lpstr>
      <vt:lpstr>初始界面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沧海一粟</cp:lastModifiedBy>
  <cp:revision>158</cp:revision>
  <dcterms:created xsi:type="dcterms:W3CDTF">2019-06-19T02:08:00Z</dcterms:created>
  <dcterms:modified xsi:type="dcterms:W3CDTF">2026-06-21T12:46:19Z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44E4581887D940AE8FA8CCC81A6ECF96_11</vt:lpwstr>
  </property>
</Properties>
</file>