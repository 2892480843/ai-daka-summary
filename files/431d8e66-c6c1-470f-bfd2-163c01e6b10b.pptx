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1.jpeg" ContentType="image/jpeg"/>
  <Override PartName="/ppt/presentation.xml" ContentType="application/vnd.openxmlformats-officedocument.presentationml.presentation.main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2512000" cy="1828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