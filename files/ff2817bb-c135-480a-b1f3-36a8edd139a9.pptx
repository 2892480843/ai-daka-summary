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</a:defRPr>
            </a:pPr>
            <a:r>
              <a:t>算法思维驱动的AI协作实践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280"/>
                </a:solidFill>
              </a:defRPr>
            </a:pPr>
            <a:r>
              <a:t>系统规划与管理师第1章交互式速学平台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</a:defRPr>
            </a:pPr>
            <a:r>
              <a:t>三步迭代法 · 诊断→规则→验收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算法思维课程打卡作品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40AF"/>
                </a:solidFill>
              </a:defRPr>
            </a:pPr>
            <a:r>
              <a:t>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📚 内容多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教材几百页，</a:t>
            </a:r>
            <a:br/>
            <a:r>
              <a:t>知识点零散，</a:t>
            </a:r>
            <a:br/>
            <a:r>
              <a:t>无从下手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⏰ 时间紧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备考时间有限，</a:t>
            </a:r>
            <a:br/>
            <a:r>
              <a:t>需要高效记忆，</a:t>
            </a:r>
            <a:br/>
            <a:r>
              <a:t>快速提分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5603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❌ 易混淆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相似概念多，</a:t>
            </a:r>
            <a:br/>
            <a:r>
              <a:t>容易记混丢分，</a:t>
            </a:r>
            <a:br/>
            <a:r>
              <a:t>缺乏对比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🔄 无闭环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只有被动阅读，</a:t>
            </a:r>
            <a:br/>
            <a:r>
              <a:t>没有自测检验，</a:t>
            </a:r>
            <a:br/>
            <a:r>
              <a:t>学完就忘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💡 核心诉求：用最少的时间，达到高分通过第1章考试的目的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40AF"/>
                </a:solidFill>
              </a:defRPr>
            </a:pPr>
            <a:r>
              <a:t>三步迭代法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43891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第一步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0AF"/>
                </a:solidFill>
              </a:defRPr>
            </a:pPr>
            <a:r>
              <a:t>结构约束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搭建知识框架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474720"/>
            <a:ext cx="128016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规范分层结构</a:t>
            </a:r>
            <a:br/>
            <a:r>
              <a:t>加入思维导图</a:t>
            </a:r>
            <a:br/>
            <a:r>
              <a:t>卡片化展示</a:t>
            </a:r>
            <a:br/>
            <a:r>
              <a:t>重点标记⭐</a:t>
            </a:r>
            <a:br/>
            <a:r>
              <a:t>记忆口诀💡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74720" cy="43891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第二步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0AF"/>
                </a:solidFill>
              </a:defRPr>
            </a:pPr>
            <a:r>
              <a:t>功能量化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形成学习闭环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3474720"/>
            <a:ext cx="128016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749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填空自测</a:t>
            </a:r>
            <a:br/>
            <a:r>
              <a:t>选择自测</a:t>
            </a:r>
            <a:br/>
            <a:r>
              <a:t>错题本</a:t>
            </a:r>
            <a:br/>
            <a:r>
              <a:t>进度追踪</a:t>
            </a:r>
            <a:br/>
            <a:r>
              <a:t>易混对比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474720" cy="43891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第三步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0AF"/>
                </a:solidFill>
              </a:defRPr>
            </a:pPr>
            <a:r>
              <a:t>细节落地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功能完整可用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474720"/>
            <a:ext cx="128016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t>闪卡记忆</a:t>
            </a:r>
            <a:br/>
            <a:r>
              <a:t>搜索功能</a:t>
            </a:r>
            <a:br/>
            <a:r>
              <a:t>交互规则</a:t>
            </a:r>
            <a:br/>
            <a:r>
              <a:t>量化验收</a:t>
            </a:r>
            <a:br/>
            <a:r>
              <a:t>响应式设计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49039" y="3474720"/>
            <a:ext cx="36576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589520" y="3474720"/>
            <a:ext cx="36576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40AF"/>
                </a:solidFill>
              </a:defRPr>
            </a:pPr>
            <a:r>
              <a:t>核心理念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</a:defRPr>
            </a:pPr>
            <a: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t>AI是超级实习生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23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不是魔法师，精准指令才有精准输出。</a:t>
            </a:r>
            <a:br/>
            <a:r>
              <a:t>不要期待一次成功，要通过迭代逐步完善。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t>诊断→规则→验收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977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三步法迭代Prompt，比堆砌需求更有效。</a:t>
            </a:r>
            <a:br/>
            <a:r>
              <a:t>先找问题，再定规则，最后量化验收。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</a:defRPr>
            </a:pPr>
            <a: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83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t>人机协作分割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532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</a:defRPr>
            </a:pPr>
            <a:r>
              <a:t>AI生成结构框架，人工填充和优化。</a:t>
            </a:r>
            <a:br/>
            <a:r>
              <a:t>各自发挥优势，互补短板，效率最高。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669280"/>
            <a:ext cx="941832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580644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40AF"/>
                </a:solidFill>
              </a:defRPr>
            </a:pPr>
            <a:r>
              <a:t>"精准的指令 + 持续的迭代 = 超出预期的成果"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40AF"/>
                </a:solidFill>
              </a:defRPr>
            </a:pPr>
            <a:r>
              <a:t>最终成果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60320" cy="34747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7种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学习模式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566160"/>
            <a:ext cx="10972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思维导图、知识点详解</a:t>
            </a:r>
            <a:br/>
            <a:r>
              <a:t>填空自测、选择自测</a:t>
            </a:r>
            <a:br/>
            <a:r>
              <a:t>易混对比、闪卡记忆、错题本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560320" cy="34747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52道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自测题目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566160"/>
            <a:ext cx="10972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30道填空题 + 22道选择题</a:t>
            </a:r>
            <a:br/>
            <a:r>
              <a:t>覆盖所有高频考点</a:t>
            </a:r>
            <a:br/>
            <a:r>
              <a:t>即时反馈 + 详细解析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560320" cy="34747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8组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易混对比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566160"/>
            <a:ext cx="10972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OSI vs TCP/IP</a:t>
            </a:r>
            <a:br/>
            <a:r>
              <a:t>DAS vs NAS vs SAN</a:t>
            </a:r>
            <a:br/>
            <a:r>
              <a:t>关系型 vs NoSQL...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645920"/>
            <a:ext cx="2560320" cy="34747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20张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核心闪卡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3566160"/>
            <a:ext cx="10972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必考考点全覆盖</a:t>
            </a:r>
            <a:br/>
            <a:r>
              <a:t>点击翻转记忆</a:t>
            </a:r>
            <a:br/>
            <a:r>
              <a:t>考前突击神器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✨ 特色功能：学习进度追踪 · 本地存储持久化 · 响应式设计 · 搜索高亮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算法思维，让AI成为你的超级实习生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BEAFE"/>
                </a:solidFill>
              </a:defRPr>
            </a:pPr>
            <a:r>
              <a:t>诊断问题 → 制定规则 → 量化验收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BEAFE"/>
                </a:solidFill>
              </a:defRPr>
            </a:pPr>
            <a:r>
              <a:t>系统规划与管理师第1章交互式速学平台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</a:defRPr>
            </a:pPr>
            <a:r>
              <a:t>算法思维课程打卡作品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