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求职智能匹配平台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基于大模型的简历-岗位智能匹配分析系统 · 成果展示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0160">
            <a:solidFill>
              <a:srgbClr val="1F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691640" cy="141732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1691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匹配效率提升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浏览时间 15min → 5min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463040"/>
            <a:ext cx="1691640" cy="141732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463040"/>
            <a:ext cx="1691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初筛通过率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简历质量显著提升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691640" cy="141732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1691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≤15s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单次分析耗时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 AI 评分反馈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463040"/>
            <a:ext cx="1691640" cy="141732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1463040"/>
            <a:ext cx="16916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≥85%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720840" y="2148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分析准确率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多轮迭代优化 Prompt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429000"/>
            <a:ext cx="2331720" cy="109728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42900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502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智能匹配评分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分环形可视化评分 + 详细评分理由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多维度评估：技能匹配、经验相关性、教育背景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3429000"/>
            <a:ext cx="2331720" cy="109728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342900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3502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差距分析诊断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精准定位 2-3 条关键差距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技术栈缺失 / 经验不足 / 项目不匹配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3429000"/>
            <a:ext cx="2331720" cy="1097280"/>
          </a:xfrm>
          <a:prstGeom prst="rect">
            <a:avLst/>
          </a:prstGeom>
          <a:solidFill>
            <a:srgbClr val="162447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342900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502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可执行优化建议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条针对性简历修改建议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量化成果展示 / 关键词优化 / 表述改进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 SPA (HTML + CSS + JS)</a:t>
            </a:r>
            <a:pPr indent="0" marL="0">
              <a:buNone/>
            </a:pPr>
            <a:r>
              <a:rPr lang="en-US" sz="1000" dirty="0">
                <a:solidFill>
                  <a:srgbClr val="1F3A5F"/>
                </a:solidFill>
              </a:rPr>
              <a:t>  |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CloudBase 静态托管</a:t>
            </a:r>
            <a:pPr indent="0" marL="0">
              <a:buNone/>
            </a:pPr>
            <a:r>
              <a:rPr lang="en-US" sz="1000" dirty="0">
                <a:solidFill>
                  <a:srgbClr val="1F3A5F"/>
                </a:solidFill>
              </a:rPr>
              <a:t>  |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云函数 HTTP 代理</a:t>
            </a:r>
            <a:pPr indent="0" marL="0">
              <a:buNone/>
            </a:pPr>
            <a:r>
              <a:rPr lang="en-US" sz="1000" dirty="0">
                <a:solidFill>
                  <a:srgbClr val="1F3A5F"/>
                </a:solidFill>
              </a:rPr>
              <a:t>  |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兼容</a:t>
            </a:r>
            <a:pPr indent="0" marL="0">
              <a:buNone/>
            </a:pPr>
            <a:r>
              <a:rPr lang="en-US" sz="1000" dirty="0">
                <a:solidFill>
                  <a:srgbClr val="1F3A5F"/>
                </a:solidFill>
              </a:rPr>
              <a:t>  |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/ GPT / 通义千问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求职智能匹配平台 - 成果展示</dc:title>
  <dc:subject>PptxGenJS Presentation</dc:subject>
  <dc:creator>求职匹配智能体团队</dc:creator>
  <cp:lastModifiedBy>求职匹配智能体团队</cp:lastModifiedBy>
  <cp:revision>1</cp:revision>
  <dcterms:created xsi:type="dcterms:W3CDTF">2026-06-21T09:42:50Z</dcterms:created>
  <dcterms:modified xsi:type="dcterms:W3CDTF">2026-06-21T09:42:50Z</dcterms:modified>
</cp:coreProperties>
</file>